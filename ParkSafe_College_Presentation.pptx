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3840480" cy="11295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920240"/>
            <a:ext cx="106984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800" b="1">
                <a:solidFill>
                  <a:srgbClr val="0F5132"/>
                </a:solidFill>
                <a:latin typeface="Walbaum Display"/>
              </a:defRPr>
            </a:pPr>
            <a:r>
              <a:t>ParkSafe</a:t>
            </a:r>
          </a:p>
          <a:p>
            <a:pPr>
              <a:spcBef>
                <a:spcPts val="600"/>
              </a:spcBef>
              <a:defRPr sz="2400" b="1">
                <a:solidFill>
                  <a:srgbClr val="14181B"/>
                </a:solidFill>
                <a:latin typeface="Aptos Light"/>
              </a:defRPr>
            </a:pPr>
            <a:r>
              <a:t>Smart Vehicle Parking &amp; Online Slot Booking Application</a:t>
            </a:r>
          </a:p>
          <a:p>
            <a:pPr>
              <a:spcBef>
                <a:spcPts val="600"/>
              </a:spcBef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FIND. BOOK. PARK SAFE.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TEAM MEMBERS:</a:t>
            </a:r>
          </a:p>
          <a:p>
            <a:pPr>
              <a:spcAft>
                <a:spcPts val="400"/>
              </a:spcAft>
              <a:defRPr sz="1800">
                <a:solidFill>
                  <a:srgbClr val="14181B"/>
                </a:solidFill>
                <a:latin typeface="Aptos Light"/>
              </a:defRPr>
            </a:pPr>
            <a:r>
              <a:t>• Sayyed Mashhuda</a:t>
            </a:r>
          </a:p>
          <a:p>
            <a:pPr>
              <a:spcAft>
                <a:spcPts val="400"/>
              </a:spcAft>
              <a:defRPr sz="1800">
                <a:solidFill>
                  <a:srgbClr val="14181B"/>
                </a:solidFill>
                <a:latin typeface="Aptos Light"/>
              </a:defRPr>
            </a:pPr>
            <a:r>
              <a:t>• Sidat Ibrahim</a:t>
            </a:r>
          </a:p>
          <a:p>
            <a:pPr>
              <a:spcAft>
                <a:spcPts val="400"/>
              </a:spcAft>
              <a:defRPr sz="1800">
                <a:solidFill>
                  <a:srgbClr val="14181B"/>
                </a:solidFill>
                <a:latin typeface="Aptos Light"/>
              </a:defRPr>
            </a:pPr>
            <a:r>
              <a:t>• Patel Dhruvil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2976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F5132"/>
                </a:solidFill>
                <a:latin typeface="Aptos Light"/>
              </a:defRPr>
            </a:pPr>
            <a:r>
              <a:t>DEPARTMENT:</a:t>
            </a:r>
          </a:p>
          <a:p>
            <a:pPr>
              <a:spcAft>
                <a:spcPts val="400"/>
              </a:spcAft>
              <a:defRPr sz="2000" b="1">
                <a:solidFill>
                  <a:srgbClr val="14181B"/>
                </a:solidFill>
                <a:latin typeface="Aptos Light"/>
              </a:defRPr>
            </a:pPr>
            <a:r>
              <a:t>B.Voc (Bachelor of Vocation)</a:t>
            </a:r>
          </a:p>
          <a:p>
            <a:pPr>
              <a:defRPr sz="1600">
                <a:solidFill>
                  <a:srgbClr val="5B6660"/>
                </a:solidFill>
                <a:latin typeface="Aptos Light"/>
              </a:defRPr>
            </a:pPr>
            <a:r>
              <a:t>Software Development / Computer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1. Introduction &amp; Project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The Urban Parking Problem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City roads are getting crowded with more cars and bikes every day.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Drivers waste a lot of time searching for empty parking spaces.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Traffic jams increase because vehicles keep looking for open slots.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The Shift to Digital Booking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Traditional paper tickets are slow and easy to lose.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Pre-booking parking slots online removes stress before a journey.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Customers can check real-time slot availability on their phones.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The ParkSafe Vision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 complete mobile app built with Flutter and Supabase cloud.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AI helps find parking locations likely to have free slots.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Fast QR code scanning for quick gate check-in and check-out.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2. Problem Statement: Urban Parking Crises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Time &amp; Fuel Wastage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Drivers spend 15 to 20 minutes just looking for a parking spot.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This searching creates up to 30% of traffic jams in busy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Lack of Real-Time Info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People drive to parking places without knowing if slots are full.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No clear information for Cars, Bikes, or EV Charging stations.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160519"/>
            <a:ext cx="46634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Paper Ticket Problems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Lost paper tickets cause long arguments and gate delays.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Extra time charges are hard to track without a digital timer.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21208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4160519"/>
            <a:ext cx="475488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Security &amp; Verification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Hard to verify ticket ownership without digital records.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Drivers get no reminders when their parking time is 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3. Existing Problems vs. ParkSafe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Traditional Manual Parking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Blind Arrival: Drivers arrive and hope to find an open spot.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Slow Paper Tickets: Paper slips cause long lines at entrance gates.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No Floor Visibility: Managers cannot see live slot counts per floor.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Untracked Overtime: Vehicles staying late are rarely charged correctly.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ParkSafe Smart Solution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Guaranteed Pre-Booking: Reserve parking slots before leaving home.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Digital QR Pass: Fast QR code scanning on smartphone.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Multi-Floor Grid: Clear view of open slots floor by floor.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Automatic Overtime: Late fees calculated automatically upon exit.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4. Proposed Solution: The ParkSafe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Easy Pre-Booking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Book parking slots in advance for specific dates and times.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Filter slots for Cars, Bikes, or EV Charging stations.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View available floor slots on a single simple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AI Parking Recommender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Uses GPS to measure exact distance to nearby locations.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Checks real-time slot availability to suggest best options.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Fast Python FastAPI backend calculates top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QR Gatekeeper &amp; Alerts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Instant QR code scanning for entry and check-out.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Automatic overtime calculation if a driver leaves late.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Phone push notifications for check-in and check-out reminders.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5. Key Objectives &amp; Project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Main Technical Goals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No Double Booking: Database blocks two users from booking the same slot at the same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Multi-Floor Support: Manage parking slots across multiple floor levels easily.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Fast Cloud Sync: Instant update between Customer App and Admin Panel.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Multi-Platform: Runs smoothly on Android, iOS, and Web browsers.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Project Scope &amp; Boundaries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Customer App: Location search, AI recommendation, slot booking, QR ticket.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Admin Panel: Add locations, set floor slots, QR scanner, view live earnings.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Python Backend: AI recommendation backend and automated notification worker.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6. Key Features &amp; Capabilities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F5132"/>
                </a:solidFill>
                <a:latin typeface="Walbaum Display"/>
              </a:defRPr>
            </a:pPr>
            <a:r>
              <a:t>Multi-Floor Setup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900">
                <a:solidFill>
                  <a:srgbClr val="14181B"/>
                </a:solidFill>
                <a:latin typeface="Aptos Light"/>
              </a:defRPr>
            </a:pPr>
            <a:r>
              <a:t>• Set custom floor layouts and slot limits for Car, Bike, and EV.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29184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28346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F5132"/>
                </a:solidFill>
                <a:latin typeface="Walbaum Display"/>
              </a:defRPr>
            </a:pPr>
            <a:r>
              <a:t>AI Recommender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900">
                <a:solidFill>
                  <a:srgbClr val="14181B"/>
                </a:solidFill>
                <a:latin typeface="Aptos Light"/>
              </a:defRPr>
            </a:pPr>
            <a:r>
              <a:t>• Ranks locations based on short distance and available free slots.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29184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645920"/>
            <a:ext cx="28346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F5132"/>
                </a:solidFill>
                <a:latin typeface="Walbaum Display"/>
              </a:defRPr>
            </a:pPr>
            <a:r>
              <a:t>Overlap Protection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900">
                <a:solidFill>
                  <a:srgbClr val="14181B"/>
                </a:solidFill>
                <a:latin typeface="Aptos Light"/>
              </a:defRPr>
            </a:pPr>
            <a:r>
              <a:t>• Database checks time slots so two people cannot book the same slot.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29184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28346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F5132"/>
                </a:solidFill>
                <a:latin typeface="Walbaum Display"/>
              </a:defRPr>
            </a:pPr>
            <a:r>
              <a:t>QR Pass Scanner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900">
                <a:solidFill>
                  <a:srgbClr val="14181B"/>
                </a:solidFill>
                <a:latin typeface="Aptos Light"/>
              </a:defRPr>
            </a:pPr>
            <a:r>
              <a:t>• Quick camera scanning at gates with early check-in protection.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29184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4114800"/>
            <a:ext cx="28346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F5132"/>
                </a:solidFill>
                <a:latin typeface="Walbaum Display"/>
              </a:defRPr>
            </a:pPr>
            <a:r>
              <a:t>Push Notifications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900">
                <a:solidFill>
                  <a:srgbClr val="14181B"/>
                </a:solidFill>
                <a:latin typeface="Aptos Light"/>
              </a:defRPr>
            </a:pPr>
            <a:r>
              <a:t>• Automated reminders 15 minutes before check-in and check-out.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291840" cy="23317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114800"/>
            <a:ext cx="28346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F5132"/>
                </a:solidFill>
                <a:latin typeface="Walbaum Display"/>
              </a:defRPr>
            </a:pPr>
            <a:r>
              <a:t>Overtime &amp; Refunds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1900">
                <a:solidFill>
                  <a:srgbClr val="14181B"/>
                </a:solidFill>
                <a:latin typeface="Aptos Light"/>
              </a:defRPr>
            </a:pPr>
            <a:r>
              <a:t>• Automatic late fee calculation and easy customer refund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7. Customer Application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Search &amp; Location Discovery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Simple user registration and secure login.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Search nearby parking places with Google Maps directions.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View facilities like 24/7 CCTV, EV Charging, and Valet Parking.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Get AI suggestions for nearest available parking 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Slot Reservation &amp; Digital Pass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Select booking date, start time, and end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Filter slots for Cars, Bikes, or EV Charging stations.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Choose floor and slot number on an interactive visual grid.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Get an instant QR ticket pass saved under My Bookings.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8. Admin Panel Operational Suite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Facility &amp; Slot Configuration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Add or update parking locations with Google Maps links.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Set total floors (Floor 1, Floor 2, Basement) and slot counts.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Set separate slot limits for Cars, Bikes, and EV vehicles.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View live dashboard with total earnings and today's bookings.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Gate Operation &amp; Refunds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Fast camera QR scanner to check vehicles in and out.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Search by vehicle number plate if QR scanning fails.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Blocks check-in if customer arrives before start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Review and approve or reject customer refund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9. Multi-Floor Parking &amp; Slot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Admin Multi-Floor Setup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Flexible Floor Setup: Each location can have different number of floors.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Independent Floor Limits: E.g., Floor 1 (20 slots), Floor 2 (25 slots).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Vehicle Allocation: Specify Car, Bike, and EV slots for each floor.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Auto Slot Generator: System creates slot codes like C-01 or E-01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Customer Floor Layout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Single-Page Screen: All floors displayed together on one screen.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Clear Floor Headers: Sections labeled Floor 1, Floor 2, Basement 1.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Live Available Counters: Displays free slots available on each floor.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Clear Ticket Details: Ticket shows exact location e.g., Floor 2 -&gt; Slot C-24.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10. Slot Booking &amp; Real-Time Availability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Real-Time Database Sync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System checks active bookings before confirming a slot reservation.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Visual Color Badges: Available slots show Green, Booked slots show Red.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Instant Update: Cancelled bookings immediately open slots for others.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Cloud Synchronization: Changes reflect instantly on all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Same-Day Multiple Bookings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Multiple users can book the same slot at different times on the same day.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Example: Slot C-01 booked from 1:00 PM to 2:00 PM and 3:00 PM to 4:00 PM.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Prevents time collisions while maximizing slot usage throughout the 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11. Booking Validation &amp; Overlap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Database Time Overlap Rule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Checks if new booking time overlaps with existing booking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Overlap Condition: (NewStart &lt; ExistEnd) AND (NewEnd &gt; ExistStart).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If times overlap, the database blocks the booking attempt immediately.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Ensures zero double bookings for all vehicle types.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Clear Example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Existing Booking: 12 August (1:00 PM to 2:00 PM).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ALLOWED: 12 August (3:00 PM to 4:00 PM) -&gt; No time overlap.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BLOCKED: 12 August (1:30 PM to 2:30 PM) -&gt; Overlaps by 30 minutes.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Rule: Prevents double booking for the same slot at overlapping times.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12. QR-Based Check-In &amp; Check-Out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Step-by-Step Gate Workflow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1. Customer books slot -&gt; QR ticket generated on phone.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2. Customer arrives at gate -&gt; Admin scans QR code with camera.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3. Check-In: Booking status changes to 'Active / Checked In'.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4. Customer leaves -&gt; Admin scans QR again to perform Check-Out.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5. Status changes from 'Active' to 'Past' in My Bookings.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Early Arrival &amp; Manual Backup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Early Check-In Block: Prevents gate entry before scheduled start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Manual Plate Lookup: Admin can enter vehicle number if camera fails.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Time Recording: Stores exact check-in and check-out times in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13. Notifications &amp; Overtime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Real-Time Push Notifications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Check-In Reminder: Sent 15 minutes before parking start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Check-Out Reminder: Sent 15 minutes before parking end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Overtime Warning: Sent if vehicle stays past the booked end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Notification History: Saved in database and visible inside customer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Automated Overtime Calculation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Compares Scheduled Check-Out Time with Actual Exit Time.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Example: Scheduled 10:00 PM, Actual Exit 10:15 PM (15 mins late).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Round Up Hours: Extra Hours = ceil(overtime_mins / 60) -&gt; 1 hour.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Late Fee: Overtime Fee = Extra Hours * Hourly Rate added to final bill.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14. Refund &amp; Customer Account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Customer Refund Workflow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Easy Request: Customer can request cancellation before check-in.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Admin Review: Admin sees refund request and reason on dashboard.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Action: Admin clicks Approve or Reject button.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Instant Update: Customer receives push notification with refund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Customer Profile Editing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Easy Profile Edit: Customer can update Full Name and Mobile Number.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No Avatar Upload: Focused only on basic account information.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Database Update: Updates existing record in Supabase using User ID.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Data Sync: Updated info shows instantly in Customer App and Admin Panel.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15. AI Nearest &amp; Available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Distance Calculation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Uses GPS coordinates to measure exact distance in kilometers.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Estimates driving ETA time in minutes based on distance.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645920"/>
            <a:ext cx="2834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Availability Scoring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Checks live free slots for requested vehicle type (Car, Bike, EV).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Availability Score = Free Slots / Total Slots.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Hides parking locations that have no empty slots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75320" y="164592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Simple Score &amp; Status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Final Score = 0.60 * Distance Score + 0.40 * Availability Score.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Ranks top recommendations so user gets close &amp; open parking.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Status: Implemented via Python FastAPI microservice (Prototype).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16. System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Layered System Architecture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Frontend: Flutter mobile and web app built using Dart language.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State Management: Provider pattern for smooth screen updates.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Backend Database: Supabase PostgreSQL with secure access policies.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Push Server: Firebase Cloud Messaging (FCM) for notifications.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Python Microservice: FastAPI server for AI scoring &amp; background timers.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External Services &amp; Tools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Google Maps API: Opens direct location navigation links.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Geolocator: Detects user's GPS position for distance calculation.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Mobile Scanner: High-speed camera QR code reader package.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Figma &amp; GitHub: Screen design and source code version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17. Database Schema &amp; Supabase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Main Database Tables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Profiles: Stores user ID, full name, mobile number, and FCM token.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Parking Locations: Stores location name, address, GPS coords, and price.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Parking Slots: Stores slot code, vehicle type (Car, Bike, EV), and floor.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Bookings: Stores user ID, slot ID, date, time range, status, and late fee.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Table Relationships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Location contains multiple Floors and Slots.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Slot belongs to a specific Parking Location.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Booking connects Customer, Parking Location, and Slot.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Row Level Security (RLS) protects user data from unauthorized access.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18. Complete System 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Customer Journey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1. User logs into ParkSafe app.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2. Searches location and views Google Maps directions.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3. Selects vehicle type (Car, Bike, EV) and date/time range.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4. Chooses floor and slot on visual grid screen.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5. Enters vehicle number, pays, and gets QR ticket pass.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Admin Journey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6. Admin scans customer QR code at entry gate.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7. System verifies pass and checks vehicle in.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8. Customer parks vehicle inside garage.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9. Admin scans QR code at exit gate to check out.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10. System checks for late fees and moves booking to Past.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19. Benefits, Future Scope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Main Benefits &amp; Impact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Saves Time: Eliminates 15-20 minutes of hunting for parking.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Paperless: 100% digital QR code passes on mobile phone.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Easy Management: Automated gate check-ins and overtime tracking.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Eco-Friendly: Reduces unnecessary driving and car emissions.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8FA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F5132"/>
                </a:solidFill>
                <a:latin typeface="Walbaum Display"/>
              </a:defRPr>
            </a:pPr>
            <a:r>
              <a:t>Future Enhancements &amp; Conclusion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Camera Barrier: Automatic License Plate Recognition at gate entry.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Smart Sensors: Ultrasonic IoT sensors for automatic slot detection.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Dynamic Pricing: Price adjustments during high-demand peak hours.</a:t>
            </a:r>
          </a:p>
          <a:p>
            <a:pPr>
              <a:lnSpc>
                <a:spcPct val="112000"/>
              </a:lnSpc>
              <a:spcAft>
                <a:spcPts val="600"/>
              </a:spcAft>
              <a:defRPr sz="2000">
                <a:solidFill>
                  <a:srgbClr val="14181B"/>
                </a:solidFill>
                <a:latin typeface="Aptos Light"/>
              </a:defRPr>
            </a:pPr>
            <a:r>
              <a:t>• Summary: Complete digital solution for smart city parking.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B6660"/>
                </a:solidFill>
                <a:latin typeface="Aptos Light"/>
              </a:defRPr>
            </a:pPr>
            <a:r>
              <a:t>PARKSAFE - PROJECT ARCHITECTURE &amp; REFERENCES</a:t>
            </a:r>
          </a:p>
          <a:p>
            <a:pPr>
              <a:spcBef>
                <a:spcPts val="300"/>
              </a:spcBef>
              <a:defRPr sz="3200" b="1">
                <a:solidFill>
                  <a:srgbClr val="0F5132"/>
                </a:solidFill>
                <a:latin typeface="Walbaum Display"/>
              </a:defRPr>
            </a:pPr>
            <a:r>
              <a:t>References &amp;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Flutter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Cross-platform framework for Web, Android &amp; iOS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34840" y="157276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Dart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Primary programming language for mobile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57276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Supabase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Cloud database, user authentication &amp; realtime 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0720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PostgreSQL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Relational database engine with secure data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9748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80720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Firebase FCM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Push notification service for reminders &amp;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69748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280720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Google Maps API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Map location links and turn-by-turn navigation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Geolocator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GPS tracking to measure distance to parking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93192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404164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Python &amp; FastAPI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AI recommendation microservice REST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93192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0" y="404164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APScheduler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Background worker for scheduled 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6636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27608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Figma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UI/UX screen design and logo branding assets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516636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527608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Antigravity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AI-assisted development workspace &amp; code intelligence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166360"/>
            <a:ext cx="3291840" cy="1097280"/>
          </a:xfrm>
          <a:prstGeom prst="roundRect">
            <a:avLst/>
          </a:prstGeom>
          <a:solidFill>
            <a:srgbClr val="F8FA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01000" y="527608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F5132"/>
                </a:solidFill>
                <a:latin typeface="Walbaum Display"/>
              </a:defRPr>
            </a:pPr>
            <a:r>
              <a:t>GitHub</a:t>
            </a:r>
          </a:p>
          <a:p>
            <a:pPr>
              <a:spcBef>
                <a:spcPts val="200"/>
              </a:spcBef>
              <a:defRPr sz="1200">
                <a:solidFill>
                  <a:srgbClr val="14181B"/>
                </a:solidFill>
                <a:latin typeface="Aptos Light"/>
              </a:defRPr>
            </a:pPr>
            <a:r>
              <a:t>Version control and code repository management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ksafe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663440"/>
            <a:ext cx="3017520" cy="8875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097280"/>
            <a:ext cx="9418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B6660"/>
                </a:solidFill>
                <a:latin typeface="Aptos Light"/>
              </a:defRPr>
            </a:pPr>
            <a:r>
              <a:t>PARKSAFE PROJECT PRESENTATION</a:t>
            </a:r>
          </a:p>
          <a:p>
            <a:pPr algn="ctr">
              <a:spcBef>
                <a:spcPts val="1000"/>
              </a:spcBef>
              <a:defRPr sz="4800" b="1">
                <a:solidFill>
                  <a:srgbClr val="0F5132"/>
                </a:solidFill>
                <a:latin typeface="Walbaum Display"/>
              </a:defRPr>
            </a:pPr>
            <a:r>
              <a:t>Thank You!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14181B"/>
                </a:solidFill>
                <a:latin typeface="Aptos Light"/>
              </a:defRPr>
            </a:pPr>
            <a:r>
              <a:t>Smart Vehicle Parking &amp; Online Slot Booking Application</a:t>
            </a:r>
          </a:p>
          <a:p>
            <a:pPr algn="ctr">
              <a:spcBef>
                <a:spcPts val="2400"/>
              </a:spcBef>
              <a:defRPr sz="2800" b="1">
                <a:solidFill>
                  <a:srgbClr val="0F5132"/>
                </a:solidFill>
                <a:latin typeface="Walbaum Display"/>
              </a:defRPr>
            </a:pPr>
            <a:r>
              <a:t>Questions &amp; Evaluation</a:t>
            </a:r>
          </a:p>
          <a:p>
            <a:pPr algn="ctr">
              <a:spcBef>
                <a:spcPts val="1200"/>
              </a:spcBef>
              <a:defRPr sz="1600">
                <a:solidFill>
                  <a:srgbClr val="14181B"/>
                </a:solidFill>
                <a:latin typeface="Aptos Light"/>
              </a:defRPr>
            </a:pPr>
            <a:r>
              <a:t>Team: Sayyed Mashhuda  |  Sidat Ibrahim  |  Patel Dhruvil</a:t>
            </a:r>
          </a:p>
          <a:p>
            <a:pPr algn="ctr">
              <a:spcBef>
                <a:spcPts val="600"/>
              </a:spcBef>
              <a:defRPr sz="1400">
                <a:solidFill>
                  <a:srgbClr val="5B6660"/>
                </a:solidFill>
                <a:latin typeface="Aptos Light"/>
              </a:defRPr>
            </a:pPr>
            <a:r>
              <a:t>Department of B.Voc (Bachelor of Vocation) | Software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2499</Words>
  <Application>Microsoft Office PowerPoint</Application>
  <PresentationFormat>Widescreen</PresentationFormat>
  <Paragraphs>280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ibrahim Sidat</cp:lastModifiedBy>
  <cp:revision>1</cp:revision>
  <dcterms:created xsi:type="dcterms:W3CDTF">2013-01-27T09:14:16Z</dcterms:created>
  <dcterms:modified xsi:type="dcterms:W3CDTF">2026-08-12T17:56:47Z</dcterms:modified>
  <cp:category/>
</cp:coreProperties>
</file>