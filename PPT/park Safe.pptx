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914" y="7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3291840" cy="9681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5400" b="1">
                <a:solidFill>
                  <a:srgbClr val="0F5132"/>
                </a:solidFill>
                <a:latin typeface="Walbaum Display"/>
              </a:defRPr>
            </a:pPr>
            <a:r>
              <a:t>ParkSafe</a:t>
            </a:r>
          </a:p>
          <a:p>
            <a:pPr>
              <a:spcAft>
                <a:spcPts val="600"/>
              </a:spcAft>
              <a:defRPr sz="2600" b="1">
                <a:solidFill>
                  <a:srgbClr val="1E293B"/>
                </a:solidFill>
                <a:latin typeface="Aptos Light"/>
              </a:defRPr>
            </a:pPr>
            <a:r>
              <a:t>Smart Vehicle Parking &amp; Online Slot Booking Application</a:t>
            </a:r>
          </a:p>
          <a:p>
            <a:pPr>
              <a:defRPr sz="1600" b="1">
                <a:solidFill>
                  <a:srgbClr val="0F5132"/>
                </a:solidFill>
                <a:latin typeface="Aptos Light"/>
              </a:defRPr>
            </a:pPr>
            <a:r>
              <a:t>FIND. BOOK. PARK SAFE.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5132"/>
                </a:solidFill>
                <a:latin typeface="Aptos Light"/>
              </a:defRPr>
            </a:pPr>
            <a:r>
              <a:t>TEAM MEMBERS:</a:t>
            </a:r>
          </a:p>
          <a:p>
            <a:pPr>
              <a:spcAft>
                <a:spcPts val="300"/>
              </a:spcAft>
              <a:defRPr sz="1800">
                <a:solidFill>
                  <a:srgbClr val="1E293B"/>
                </a:solidFill>
                <a:latin typeface="Aptos Light"/>
              </a:defRPr>
            </a:pPr>
            <a:r>
              <a:t>- Sayyed Mashhuda</a:t>
            </a:r>
          </a:p>
          <a:p>
            <a:pPr>
              <a:spcAft>
                <a:spcPts val="300"/>
              </a:spcAft>
              <a:defRPr sz="1800">
                <a:solidFill>
                  <a:srgbClr val="1E293B"/>
                </a:solidFill>
                <a:latin typeface="Aptos Light"/>
              </a:defRPr>
            </a:pPr>
            <a:r>
              <a:t>- Sidat Ibrahim</a:t>
            </a:r>
          </a:p>
          <a:p>
            <a:pPr>
              <a:spcAft>
                <a:spcPts val="300"/>
              </a:spcAft>
              <a:defRPr sz="1800">
                <a:solidFill>
                  <a:srgbClr val="1E293B"/>
                </a:solidFill>
                <a:latin typeface="Aptos Light"/>
              </a:defRPr>
            </a:pPr>
            <a:r>
              <a:t>- Patel Dhruvil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00"/>
            <a:ext cx="5120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5132"/>
                </a:solidFill>
                <a:latin typeface="Aptos Light"/>
              </a:defRPr>
            </a:pPr>
            <a:r>
              <a:t>DEPARTMENT:</a:t>
            </a:r>
          </a:p>
          <a:p>
            <a:pPr>
              <a:spcAft>
                <a:spcPts val="300"/>
              </a:spcAft>
              <a:defRPr sz="2000" b="1">
                <a:solidFill>
                  <a:srgbClr val="1E293B"/>
                </a:solidFill>
                <a:latin typeface="Aptos Light"/>
              </a:defRPr>
            </a:pPr>
            <a:r>
              <a:t>B.Voc (Bachelor of Vocation)</a:t>
            </a:r>
          </a:p>
          <a:p>
            <a:pPr>
              <a:defRPr sz="1600">
                <a:solidFill>
                  <a:srgbClr val="64748B"/>
                </a:solidFill>
                <a:latin typeface="Aptos Light"/>
              </a:defRPr>
            </a:pPr>
            <a:r>
              <a:t>Software Development / Computer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ParkSafe is a smart parking application that helps people find and book parking spaces before they reach the parking location.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l">
              <a:spcAft>
                <a:spcPts val="1200"/>
              </a:spcAft>
              <a:defRPr sz="2400" b="1">
                <a:solidFill>
                  <a:srgbClr val="0F5132"/>
                </a:solidFill>
                <a:latin typeface="Walbaum Display"/>
              </a:defRPr>
            </a:pPr>
            <a:r>
              <a:t>For Customers</a:t>
            </a:r>
          </a:p>
          <a:p>
            <a:pPr algn="l">
              <a:spcAft>
                <a:spcPts val="800"/>
              </a:spcAft>
              <a:defRPr sz="1900">
                <a:solidFill>
                  <a:srgbClr val="1E293B"/>
                </a:solidFill>
                <a:latin typeface="Aptos Light"/>
              </a:defRPr>
            </a:pPr>
            <a:r>
              <a:t>•  Find nearby parking locations easily.</a:t>
            </a:r>
          </a:p>
          <a:p>
            <a:pPr algn="l">
              <a:spcAft>
                <a:spcPts val="800"/>
              </a:spcAft>
              <a:defRPr sz="1900">
                <a:solidFill>
                  <a:srgbClr val="1E293B"/>
                </a:solidFill>
                <a:latin typeface="Aptos Light"/>
              </a:defRPr>
            </a:pPr>
            <a:r>
              <a:t>•  Check live available slots before arriving.</a:t>
            </a:r>
          </a:p>
          <a:p>
            <a:pPr algn="l">
              <a:spcAft>
                <a:spcPts val="800"/>
              </a:spcAft>
              <a:defRPr sz="1900">
                <a:solidFill>
                  <a:srgbClr val="1E293B"/>
                </a:solidFill>
                <a:latin typeface="Aptos Light"/>
              </a:defRPr>
            </a:pPr>
            <a:r>
              <a:t>•  Select Car, Bike, or EV parking.</a:t>
            </a:r>
          </a:p>
          <a:p>
            <a:pPr algn="l">
              <a:spcAft>
                <a:spcPts val="800"/>
              </a:spcAft>
              <a:defRPr sz="1900">
                <a:solidFill>
                  <a:srgbClr val="1E293B"/>
                </a:solidFill>
                <a:latin typeface="Aptos Light"/>
              </a:defRPr>
            </a:pPr>
            <a:r>
              <a:t>•  Choose custom date, time, and duration.</a:t>
            </a:r>
          </a:p>
          <a:p>
            <a:pPr algn="l">
              <a:spcAft>
                <a:spcPts val="800"/>
              </a:spcAft>
              <a:defRPr sz="1900">
                <a:solidFill>
                  <a:srgbClr val="1E293B"/>
                </a:solidFill>
                <a:latin typeface="Aptos Light"/>
              </a:defRPr>
            </a:pPr>
            <a:r>
              <a:t>•  Select exact floor and parking slot number.</a:t>
            </a:r>
          </a:p>
          <a:p>
            <a:pPr algn="l">
              <a:spcAft>
                <a:spcPts val="800"/>
              </a:spcAft>
              <a:defRPr sz="1900">
                <a:solidFill>
                  <a:srgbClr val="1E293B"/>
                </a:solidFill>
                <a:latin typeface="Aptos Light"/>
              </a:defRPr>
            </a:pPr>
            <a:r>
              <a:t>•  Receive a digital ticket with QR code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21945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l">
              <a:spcAft>
                <a:spcPts val="1200"/>
              </a:spcAft>
              <a:defRPr sz="2400" b="1">
                <a:solidFill>
                  <a:srgbClr val="0F5132"/>
                </a:solidFill>
                <a:latin typeface="Walbaum Display"/>
              </a:defRPr>
            </a:pPr>
            <a:r>
              <a:t>For Parking Admins</a:t>
            </a:r>
          </a:p>
          <a:p>
            <a:pPr algn="l">
              <a:spcAft>
                <a:spcPts val="800"/>
              </a:spcAft>
              <a:defRPr sz="1900">
                <a:solidFill>
                  <a:srgbClr val="1E293B"/>
                </a:solidFill>
                <a:latin typeface="Aptos Light"/>
              </a:defRPr>
            </a:pPr>
            <a:r>
              <a:t>•  Manage multiple parking locations.</a:t>
            </a:r>
          </a:p>
          <a:p>
            <a:pPr algn="l">
              <a:spcAft>
                <a:spcPts val="800"/>
              </a:spcAft>
              <a:defRPr sz="1900">
                <a:solidFill>
                  <a:srgbClr val="1E293B"/>
                </a:solidFill>
                <a:latin typeface="Aptos Light"/>
              </a:defRPr>
            </a:pPr>
            <a:r>
              <a:t>•  Configure multi-floor slot distribution.</a:t>
            </a:r>
          </a:p>
          <a:p>
            <a:pPr algn="l">
              <a:spcAft>
                <a:spcPts val="800"/>
              </a:spcAft>
              <a:defRPr sz="1900">
                <a:solidFill>
                  <a:srgbClr val="1E293B"/>
                </a:solidFill>
                <a:latin typeface="Aptos Light"/>
              </a:defRPr>
            </a:pPr>
            <a:r>
              <a:t>•  Scan customer QR codes for rapid check-in.</a:t>
            </a:r>
          </a:p>
          <a:p>
            <a:pPr algn="l">
              <a:spcAft>
                <a:spcPts val="800"/>
              </a:spcAft>
              <a:defRPr sz="1900">
                <a:solidFill>
                  <a:srgbClr val="1E293B"/>
                </a:solidFill>
                <a:latin typeface="Aptos Light"/>
              </a:defRPr>
            </a:pPr>
            <a:r>
              <a:t>•  Verify bookings and prevent location mismatch.</a:t>
            </a:r>
          </a:p>
          <a:p>
            <a:pPr algn="l">
              <a:spcAft>
                <a:spcPts val="800"/>
              </a:spcAft>
              <a:defRPr sz="1900">
                <a:solidFill>
                  <a:srgbClr val="1E293B"/>
                </a:solidFill>
                <a:latin typeface="Aptos Light"/>
              </a:defRPr>
            </a:pPr>
            <a:r>
              <a:t>•  Monitor real-time occupancy and daily revenue.</a:t>
            </a:r>
          </a:p>
          <a:p>
            <a:pPr algn="l">
              <a:spcAft>
                <a:spcPts val="800"/>
              </a:spcAft>
              <a:defRPr sz="1900">
                <a:solidFill>
                  <a:srgbClr val="1E293B"/>
                </a:solidFill>
                <a:latin typeface="Aptos Light"/>
              </a:defRPr>
            </a:pPr>
            <a:r>
              <a:t>•  Handle booking cancellations and refunds.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How ParkSafe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F5132"/>
                </a:solidFill>
                <a:latin typeface="Aptos Light"/>
              </a:defRPr>
            </a:pPr>
            <a:r>
              <a:t>ParkSafe connects the customer, parking location, and admin in one unified digital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542032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74320" rIns="201168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5803D"/>
                </a:solidFill>
                <a:latin typeface="Aptos Light"/>
              </a:defRPr>
            </a:pPr>
            <a:r>
              <a:rPr dirty="0"/>
              <a:t>STEP  01</a:t>
            </a:r>
          </a:p>
          <a:p>
            <a:pPr>
              <a:spcAft>
                <a:spcPts val="14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rPr dirty="0"/>
              <a:t>Search &amp; Locate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rPr dirty="0"/>
              <a:t>Customer opens </a:t>
            </a:r>
            <a:r>
              <a:rPr dirty="0" err="1"/>
              <a:t>ParkSafe</a:t>
            </a:r>
            <a:r>
              <a:rPr dirty="0"/>
              <a:t>, selects city, and discovers nearby available parking locations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2103120"/>
            <a:ext cx="2542032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74320" rIns="201168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5803D"/>
                </a:solidFill>
                <a:latin typeface="Aptos Light"/>
              </a:defRPr>
            </a:pPr>
            <a:r>
              <a:t>STEP  02</a:t>
            </a:r>
          </a:p>
          <a:p>
            <a:pPr>
              <a:spcAft>
                <a:spcPts val="14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Select Slot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Chooses vehicle type (Car, Bike, EV), booking date, time duration, parking floor, and exact slot.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2103120"/>
            <a:ext cx="2542032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74320" rIns="201168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5803D"/>
                </a:solidFill>
                <a:latin typeface="Aptos Light"/>
              </a:defRPr>
            </a:pPr>
            <a:r>
              <a:rPr dirty="0"/>
              <a:t>STEP  03</a:t>
            </a:r>
          </a:p>
          <a:p>
            <a:pPr>
              <a:spcAft>
                <a:spcPts val="14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rPr dirty="0"/>
              <a:t>Book &amp; Pay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rPr dirty="0"/>
              <a:t>Confirms reservation, completes fast payment via NETC </a:t>
            </a:r>
            <a:r>
              <a:rPr dirty="0" err="1"/>
              <a:t>FASTag</a:t>
            </a:r>
            <a:r>
              <a:rPr dirty="0"/>
              <a:t> or UPI, and gets instant digital ticket.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2103120"/>
            <a:ext cx="2542032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74320" rIns="201168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5803D"/>
                </a:solidFill>
                <a:latin typeface="Aptos Light"/>
              </a:defRPr>
            </a:pPr>
            <a:r>
              <a:t>STEP  04</a:t>
            </a:r>
          </a:p>
          <a:p>
            <a:pPr>
              <a:spcAft>
                <a:spcPts val="14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Scan &amp; Park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Admin scans customer QR code at the gate for rapid check-in validation, parking, and smooth check-out.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KEY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Advantages of ParkSafe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29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Saves Time &amp; Fuel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Customers book in advance and drive directly to their assigned slot without searching.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9976" y="1280160"/>
            <a:ext cx="3429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Real-Time Slot Visibility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Shows live available slots per floor and category (Car, Bike, and EV spots).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2" y="1280160"/>
            <a:ext cx="3429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Multi-Floor Management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Organizes large parking complexes into easy-to-navigate floor and slot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429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Contactless QR Entry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Admin scans digital QR code for instant check-in and check-out at the gate.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3931920"/>
            <a:ext cx="3429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Integrated Navigation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One-tap Google Maps directions directly guide drivers to the parking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3931920"/>
            <a:ext cx="3429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Complete Admin Control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Admins manage locations, slots, live check-ins, revenue trends, and refunds.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Before and After ParkSafe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212080" cy="51206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spcAft>
                <a:spcPts val="1200"/>
              </a:spcAft>
              <a:defRPr sz="2200" b="1">
                <a:solidFill>
                  <a:srgbClr val="B91C1C"/>
                </a:solidFill>
                <a:latin typeface="Walbaum Display"/>
              </a:defRPr>
            </a:pPr>
            <a:r>
              <a:t>Before ParkSafe (Traditional Parking)</a:t>
            </a:r>
          </a:p>
          <a:p>
            <a:pPr>
              <a:spcAft>
                <a:spcPts val="800"/>
              </a:spcAft>
              <a:defRPr sz="1800">
                <a:solidFill>
                  <a:srgbClr val="7F1D1D"/>
                </a:solidFill>
                <a:latin typeface="Aptos Light"/>
              </a:defRPr>
            </a:pPr>
            <a:r>
              <a:t>✕  Drivers search for parking spots manually on the road.</a:t>
            </a:r>
          </a:p>
          <a:p>
            <a:pPr>
              <a:spcAft>
                <a:spcPts val="800"/>
              </a:spcAft>
              <a:defRPr sz="1800">
                <a:solidFill>
                  <a:srgbClr val="7F1D1D"/>
                </a:solidFill>
                <a:latin typeface="Aptos Light"/>
              </a:defRPr>
            </a:pPr>
            <a:r>
              <a:t>✕  No information about slot availability before arriving.</a:t>
            </a:r>
          </a:p>
          <a:p>
            <a:pPr>
              <a:spcAft>
                <a:spcPts val="800"/>
              </a:spcAft>
              <a:defRPr sz="1800">
                <a:solidFill>
                  <a:srgbClr val="7F1D1D"/>
                </a:solidFill>
                <a:latin typeface="Aptos Light"/>
              </a:defRPr>
            </a:pPr>
            <a:r>
              <a:t>✕  Long wait times and manual paper ticket entry at gates.</a:t>
            </a:r>
          </a:p>
          <a:p>
            <a:pPr>
              <a:spcAft>
                <a:spcPts val="800"/>
              </a:spcAft>
              <a:defRPr sz="1800">
                <a:solidFill>
                  <a:srgbClr val="7F1D1D"/>
                </a:solidFill>
                <a:latin typeface="Aptos Light"/>
              </a:defRPr>
            </a:pPr>
            <a:r>
              <a:t>✕  Multi-floor parking is confusing and difficult to navigate.</a:t>
            </a:r>
          </a:p>
          <a:p>
            <a:pPr>
              <a:spcAft>
                <a:spcPts val="800"/>
              </a:spcAft>
              <a:defRPr sz="1800">
                <a:solidFill>
                  <a:srgbClr val="7F1D1D"/>
                </a:solidFill>
                <a:latin typeface="Aptos Light"/>
              </a:defRPr>
            </a:pPr>
            <a:r>
              <a:t>✕  Admins track vehicles and collections using manual registers.</a:t>
            </a:r>
          </a:p>
          <a:p>
            <a:pPr>
              <a:spcAft>
                <a:spcPts val="800"/>
              </a:spcAft>
              <a:defRPr sz="1800">
                <a:solidFill>
                  <a:srgbClr val="7F1D1D"/>
                </a:solidFill>
                <a:latin typeface="Aptos Light"/>
              </a:defRPr>
            </a:pPr>
            <a:r>
              <a:t>✕  No proper mechanism for digital cancellations or refunds.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234440"/>
            <a:ext cx="5212080" cy="51206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spcAft>
                <a:spcPts val="12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With ParkSafe (Smart Parking)</a:t>
            </a:r>
          </a:p>
          <a:p>
            <a:pPr>
              <a:spcAft>
                <a:spcPts val="800"/>
              </a:spcAft>
              <a:defRPr sz="1800">
                <a:solidFill>
                  <a:srgbClr val="0F5132"/>
                </a:solidFill>
                <a:latin typeface="Aptos Light"/>
              </a:defRPr>
            </a:pPr>
            <a:r>
              <a:t>✓  Drivers search and book parking online in advance.</a:t>
            </a:r>
          </a:p>
          <a:p>
            <a:pPr>
              <a:spcAft>
                <a:spcPts val="800"/>
              </a:spcAft>
              <a:defRPr sz="1800">
                <a:solidFill>
                  <a:srgbClr val="0F5132"/>
                </a:solidFill>
                <a:latin typeface="Aptos Light"/>
              </a:defRPr>
            </a:pPr>
            <a:r>
              <a:t>✓  Live slot availability visible per floor and vehicle type.</a:t>
            </a:r>
          </a:p>
          <a:p>
            <a:pPr>
              <a:spcAft>
                <a:spcPts val="800"/>
              </a:spcAft>
              <a:defRPr sz="1800">
                <a:solidFill>
                  <a:srgbClr val="0F5132"/>
                </a:solidFill>
                <a:latin typeface="Aptos Light"/>
              </a:defRPr>
            </a:pPr>
            <a:r>
              <a:t>✓  Fast QR code scan for contactless check-in and check-out.</a:t>
            </a:r>
          </a:p>
          <a:p>
            <a:pPr>
              <a:spcAft>
                <a:spcPts val="800"/>
              </a:spcAft>
              <a:defRPr sz="1800">
                <a:solidFill>
                  <a:srgbClr val="0F5132"/>
                </a:solidFill>
                <a:latin typeface="Aptos Light"/>
              </a:defRPr>
            </a:pPr>
            <a:r>
              <a:t>✓  Pre-allocated floor and slot numbers guide drivers clearly.</a:t>
            </a:r>
          </a:p>
          <a:p>
            <a:pPr>
              <a:spcAft>
                <a:spcPts val="800"/>
              </a:spcAft>
              <a:defRPr sz="1800">
                <a:solidFill>
                  <a:srgbClr val="0F5132"/>
                </a:solidFill>
                <a:latin typeface="Aptos Light"/>
              </a:defRPr>
            </a:pPr>
            <a:r>
              <a:t>✓  Admin Panel manages live occupancy, slots, and revenue.</a:t>
            </a:r>
          </a:p>
          <a:p>
            <a:pPr>
              <a:spcAft>
                <a:spcPts val="800"/>
              </a:spcAft>
              <a:defRPr sz="1800">
                <a:solidFill>
                  <a:srgbClr val="0F5132"/>
                </a:solidFill>
                <a:latin typeface="Aptos Light"/>
              </a:defRPr>
            </a:pPr>
            <a:r>
              <a:t>✓  Automated digital booking tickets and refund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APPLICATION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Onboarding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Interactive onboarding screens introducing users to nearby search, slot booking, and QR tickets.</a:t>
            </a:r>
          </a:p>
        </p:txBody>
      </p:sp>
      <p:pic>
        <p:nvPicPr>
          <p:cNvPr id="5" name="Picture 4" descr="Screenshot_2026-08-13-08-56-06-677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115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8-56-09-161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10" y="1627632"/>
            <a:ext cx="2201875" cy="4892040"/>
          </a:xfrm>
          <a:prstGeom prst="rect">
            <a:avLst/>
          </a:prstGeom>
        </p:spPr>
      </p:pic>
      <p:pic>
        <p:nvPicPr>
          <p:cNvPr id="7" name="Picture 6" descr="Screenshot_2026-08-13-08-56-11-961_com.parksafe.parksaf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705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Login and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Secure mobile authentication supporting user registration and returning user sign-in.</a:t>
            </a:r>
          </a:p>
        </p:txBody>
      </p:sp>
      <p:pic>
        <p:nvPicPr>
          <p:cNvPr id="5" name="Picture 4" descr="Screenshot_2026-08-13-08-56-15-381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32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9-53-01-527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CUSTOMER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City Selection and Customer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Select preferred city and explore available parking locations with live search and statistics.</a:t>
            </a:r>
          </a:p>
        </p:txBody>
      </p:sp>
      <p:pic>
        <p:nvPicPr>
          <p:cNvPr id="5" name="Picture 4" descr="Screenshot_2026-08-13-08-56-27-488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32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8-56-37-073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BOOKING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Parking Details and Vehicle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View location amenities, hourly pricing, Google Maps navigation, and vehicle type selection.</a:t>
            </a:r>
          </a:p>
        </p:txBody>
      </p:sp>
      <p:pic>
        <p:nvPicPr>
          <p:cNvPr id="5" name="Picture 4" descr="Screenshot_2026-08-13-08-56-45-351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32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8-56-48-322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SLOT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Floor-Wise Slot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Browse different floors (Basement 1, Basement 2, Ground Floor) and select an available parking slot.</a:t>
            </a:r>
          </a:p>
        </p:txBody>
      </p:sp>
      <p:pic>
        <p:nvPicPr>
          <p:cNvPr id="5" name="Picture 4" descr="Screenshot_2026-08-13-08-56-58-040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32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8-56-55-813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CHECKOUT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Booking Confirmation and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Review reserved slot timing and choose payment via NETC FASTag Auto-Scan or UPI / Wallet.</a:t>
            </a:r>
          </a:p>
        </p:txBody>
      </p:sp>
      <p:pic>
        <p:nvPicPr>
          <p:cNvPr id="5" name="Picture 4" descr="Screenshot_2026-08-13-08-57-25-865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115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8-57-32-667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10" y="1627632"/>
            <a:ext cx="2201875" cy="4892040"/>
          </a:xfrm>
          <a:prstGeom prst="rect">
            <a:avLst/>
          </a:prstGeom>
        </p:spPr>
      </p:pic>
      <p:pic>
        <p:nvPicPr>
          <p:cNvPr id="7" name="Picture 6" descr="Screenshot_2026-08-13-08-57-30-712_com.parksafe.parksaf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705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DIGITAL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Digital Booking Ticket &amp; QR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Instant booking confirmation generating a digital QR pass containing slot and vehicle details.</a:t>
            </a:r>
          </a:p>
        </p:txBody>
      </p:sp>
      <p:pic>
        <p:nvPicPr>
          <p:cNvPr id="5" name="Picture 4" descr="Screenshot_2026-08-13-08-57-39-590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32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8-57-41-570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BOOKING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My Bookings (Active and Past)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Customers can track their active parking sessions and access past booking history.</a:t>
            </a:r>
          </a:p>
        </p:txBody>
      </p:sp>
      <p:pic>
        <p:nvPicPr>
          <p:cNvPr id="5" name="Picture 4" descr="Screenshot_2026-08-13-08-57-47-409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32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8-57-54-174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ACCOUNT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Customer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Customers manage their personal information, saved vehicles, and account preferences.</a:t>
            </a:r>
          </a:p>
        </p:txBody>
      </p:sp>
      <p:pic>
        <p:nvPicPr>
          <p:cNvPr id="5" name="Picture 4" descr="Screenshot_2026-08-13-08-57-58-046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ADMIN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Admin Dashboard and QR 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Live occupancy and revenue dashboard paired with camera QR scanner for instant check-in.</a:t>
            </a:r>
          </a:p>
        </p:txBody>
      </p:sp>
      <p:pic>
        <p:nvPicPr>
          <p:cNvPr id="5" name="Picture 4" descr="Screenshot_2026-08-13-08-26-01-730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32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8-26-15-622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ADMIN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Admin Booking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Real-time monitoring of today's scheduled arrivals and comprehensive all-bookings records.</a:t>
            </a:r>
          </a:p>
        </p:txBody>
      </p:sp>
      <p:pic>
        <p:nvPicPr>
          <p:cNvPr id="5" name="Picture 4" descr="Screenshot_2026-08-13-08-26-21-585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32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8-26-31-819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ADMIN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Vehicles and Slot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Detailed parked vehicle logs and multi-floor slot distribution (Car, Bike, and EV spots).</a:t>
            </a:r>
          </a:p>
        </p:txBody>
      </p:sp>
      <p:pic>
        <p:nvPicPr>
          <p:cNvPr id="5" name="Picture 4" descr="Screenshot_2026-08-13-08-26-34-471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32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8-26-45-078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ADMIN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Parking Location and Floor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Admins can add new parking locations and configure multi-floor slot distribution.</a:t>
            </a:r>
          </a:p>
        </p:txBody>
      </p:sp>
      <p:pic>
        <p:nvPicPr>
          <p:cNvPr id="5" name="Picture 4" descr="Screenshot_2026-08-13-08-27-33-438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32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8-27-42-125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ADMIN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Customer List and Revenue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Directory of registered users and visual 30-day parking revenue trend analytics.</a:t>
            </a:r>
          </a:p>
        </p:txBody>
      </p:sp>
      <p:pic>
        <p:nvPicPr>
          <p:cNvPr id="5" name="Picture 4" descr="Screenshot_2026-08-13-08-27-49-170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32" y="1627632"/>
            <a:ext cx="2201875" cy="4892040"/>
          </a:xfrm>
          <a:prstGeom prst="rect">
            <a:avLst/>
          </a:prstGeom>
        </p:spPr>
      </p:pic>
      <p:pic>
        <p:nvPicPr>
          <p:cNvPr id="6" name="Picture 5" descr="Screenshot_2026-08-13-08-28-02-580_com.parksafe.parks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ADMIN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Refund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Admins review customer cancellation refund requests and approve or reject them directly.</a:t>
            </a:r>
          </a:p>
        </p:txBody>
      </p:sp>
      <p:pic>
        <p:nvPicPr>
          <p:cNvPr id="5" name="Picture 4" descr="Screenshot_2026-08-13-08-29-23-775_com.parksafe.park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1627632"/>
            <a:ext cx="22018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BACKEND &amp;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Database Schema &amp; Entity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 Light"/>
              </a:defRPr>
            </a:pPr>
            <a:r>
              <a:t>Relational architecture in Supabase PostgreSQL: profiles, admin_accounts, parking_locations, slots, bookings, and feedback.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r="8618"/>
          <a:stretch>
            <a:fillRect/>
          </a:stretch>
        </p:blipFill>
        <p:spPr>
          <a:xfrm>
            <a:off x="3256867" y="1627631"/>
            <a:ext cx="7068233" cy="52273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5132"/>
                </a:solidFill>
                <a:latin typeface="Aptos Light"/>
              </a:defRPr>
            </a:pPr>
            <a:r>
              <a:t>PROJECT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5132"/>
                </a:solidFill>
                <a:latin typeface="Walbaum Display"/>
              </a:defRPr>
            </a:pPr>
            <a:r>
              <a:t>References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29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Flutter &amp; Dart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Cross-platform mobile and web application framework delivering high performance and responsive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9976" y="1280160"/>
            <a:ext cx="3429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Supabase &amp; PostgreSQL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Scalable cloud database backend, real-time data synchronization, and row-level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2" y="1280160"/>
            <a:ext cx="3429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Provider State Management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Clean and reactive state management architecture connecting UI components to backend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429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GoRouter Navigation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Declarative and structured deep-linking routing for seamless multi-screen navigation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3931920"/>
            <a:ext cx="3429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Mobile Scanner &amp; QR Engine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High-speed camera barcode/QR scanner integration for instant gate check-in and check-out.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3931920"/>
            <a:ext cx="3429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0F5132"/>
                </a:solidFill>
                <a:latin typeface="Walbaum Display"/>
              </a:defRPr>
            </a:pPr>
            <a:r>
              <a:t>Geolocator &amp; Google Maps</a:t>
            </a:r>
          </a:p>
          <a:p>
            <a:pPr>
              <a:defRPr sz="1800">
                <a:solidFill>
                  <a:srgbClr val="1E293B"/>
                </a:solidFill>
                <a:latin typeface="Aptos Light"/>
              </a:defRPr>
            </a:pPr>
            <a:r>
              <a:t>Real-time location detection and GPS route navigation directing users to parking locations.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3291840" cy="9681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5400" b="1">
                <a:solidFill>
                  <a:srgbClr val="0F5132"/>
                </a:solidFill>
                <a:latin typeface="Walbaum Display"/>
              </a:defRPr>
            </a:pPr>
            <a:r>
              <a:t>Thank You</a:t>
            </a:r>
          </a:p>
          <a:p>
            <a:pPr>
              <a:spcAft>
                <a:spcPts val="600"/>
              </a:spcAft>
              <a:defRPr sz="2600" b="1">
                <a:solidFill>
                  <a:srgbClr val="1E293B"/>
                </a:solidFill>
                <a:latin typeface="Aptos Light"/>
              </a:defRPr>
            </a:pPr>
            <a:r>
              <a:t>ParkSafe — Smart Vehicle Parking &amp; Online Slot Booking Application</a:t>
            </a:r>
          </a:p>
          <a:p>
            <a:pPr>
              <a:defRPr sz="1600" b="1">
                <a:solidFill>
                  <a:srgbClr val="0F5132"/>
                </a:solidFill>
                <a:latin typeface="Aptos Light"/>
              </a:defRPr>
            </a:pPr>
            <a:r>
              <a:t>FIND. BOOK. PARK SAFE.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5132"/>
                </a:solidFill>
                <a:latin typeface="Aptos Light"/>
              </a:defRPr>
            </a:pPr>
            <a:r>
              <a:t>TEAM MEMBERS:</a:t>
            </a:r>
          </a:p>
          <a:p>
            <a:pPr>
              <a:spcAft>
                <a:spcPts val="300"/>
              </a:spcAft>
              <a:defRPr sz="1800">
                <a:solidFill>
                  <a:srgbClr val="1E293B"/>
                </a:solidFill>
                <a:latin typeface="Aptos Light"/>
              </a:defRPr>
            </a:pPr>
            <a:r>
              <a:t>- Sayyed Mashhuda</a:t>
            </a:r>
          </a:p>
          <a:p>
            <a:pPr>
              <a:spcAft>
                <a:spcPts val="300"/>
              </a:spcAft>
              <a:defRPr sz="1800">
                <a:solidFill>
                  <a:srgbClr val="1E293B"/>
                </a:solidFill>
                <a:latin typeface="Aptos Light"/>
              </a:defRPr>
            </a:pPr>
            <a:r>
              <a:t>- Sidat Ibrahim</a:t>
            </a:r>
          </a:p>
          <a:p>
            <a:pPr>
              <a:spcAft>
                <a:spcPts val="300"/>
              </a:spcAft>
              <a:defRPr sz="1800">
                <a:solidFill>
                  <a:srgbClr val="1E293B"/>
                </a:solidFill>
                <a:latin typeface="Aptos Light"/>
              </a:defRPr>
            </a:pPr>
            <a:r>
              <a:t>- Patel Dhruvil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00"/>
            <a:ext cx="5120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5132"/>
                </a:solidFill>
                <a:latin typeface="Aptos Light"/>
              </a:defRPr>
            </a:pPr>
            <a:r>
              <a:t>DEPARTMENT:</a:t>
            </a:r>
          </a:p>
          <a:p>
            <a:pPr>
              <a:spcAft>
                <a:spcPts val="300"/>
              </a:spcAft>
              <a:defRPr sz="2000" b="1">
                <a:solidFill>
                  <a:srgbClr val="1E293B"/>
                </a:solidFill>
                <a:latin typeface="Aptos Light"/>
              </a:defRPr>
            </a:pPr>
            <a:r>
              <a:t>B.Voc (Bachelor of Vocation)</a:t>
            </a:r>
          </a:p>
          <a:p>
            <a:pPr>
              <a:defRPr sz="1600">
                <a:solidFill>
                  <a:srgbClr val="64748B"/>
                </a:solidFill>
                <a:latin typeface="Aptos Light"/>
              </a:defRPr>
            </a:pPr>
            <a:r>
              <a:t>Software Development / Computer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1014</Words>
  <Application>Microsoft Office PowerPoint</Application>
  <PresentationFormat>Widescreen</PresentationFormat>
  <Paragraphs>144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ibrahim Sidat</cp:lastModifiedBy>
  <cp:revision>2</cp:revision>
  <dcterms:created xsi:type="dcterms:W3CDTF">2013-01-27T09:14:16Z</dcterms:created>
  <dcterms:modified xsi:type="dcterms:W3CDTF">2026-08-15T04:20:00Z</dcterms:modified>
  <cp:category/>
</cp:coreProperties>
</file>